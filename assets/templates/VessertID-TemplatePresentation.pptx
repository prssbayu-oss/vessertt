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MasterIdLst/>
  <p:sldIdLst/>
  <p:sldSz cx="12192000" cy="6858000" type="screen16x9"/>
</p:presentation>
</file>